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2328"/>
                </a:solidFill>
              </a:defRPr>
            </a:pPr>
            <a:r>
              <a:t>TZ Review — предварительное ревью ТЗ на потоки и витрины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38328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6B7280"/>
                </a:solidFill>
              </a:defRPr>
            </a:pPr>
            <a:r>
              <a:t>Кейс МТС NET · промежуточная версия · 04.09.2026 · github.com/FD-AX/MWS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Проблема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Аналитик NET пишет ТЗ на поток или витрину; разработчик и тестировщик вычитывают вручную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Часть проблем доживает до разработки и возвращается: повторные согласования, переделки, перепроверки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Три класса проблем в документах МТС:</a:t>
            </a:r>
          </a:p>
          <a:p>
            <a:pPr lvl="1">
              <a:spcAft>
                <a:spcPts val="600"/>
              </a:spcAft>
              <a:defRPr sz="1500">
                <a:solidFill>
                  <a:srgbClr val="6B7280"/>
                </a:solidFill>
              </a:defRPr>
            </a:pPr>
            <a:r>
              <a:t>– пропуски — нет ключа витрины, правила для NULL, расписания и SLA</a:t>
            </a:r>
          </a:p>
          <a:p>
            <a:pPr lvl="1">
              <a:spcAft>
                <a:spcPts val="600"/>
              </a:spcAft>
              <a:defRPr sz="1500">
                <a:solidFill>
                  <a:srgbClr val="6B7280"/>
                </a:solidFill>
              </a:defRPr>
            </a:pPr>
            <a:r>
              <a:t>– неоднозначности — «последний по времени IMEI»: по какому полю, из какой таблицы</a:t>
            </a:r>
          </a:p>
          <a:p>
            <a:pPr lvl="1">
              <a:spcAft>
                <a:spcPts val="600"/>
              </a:spcAft>
              <a:defRPr sz="1500">
                <a:solidFill>
                  <a:srgbClr val="6B7280"/>
                </a:solidFill>
              </a:defRPr>
            </a:pPr>
            <a:r>
              <a:t>– противоречия — «Инкремент» и «только полная перезагрузка месяца» в одном документе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Кейсодатель: 4 зоны внимания, 8 обязательных пунктов документации, тест на новом документе типа «витрина»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Постановка задачи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Вход: текст ТЗ (markdown, txt, docx, pdf). Выход: места, требующие уточнения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Каждая находка: дословная цитата · почему это проблема здесь · что уточнить · критичность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Плюс: покрытие чеклиста полноты и общий вердикт готовности; решение всегда за аналитиком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Наши требования к себе:</a:t>
            </a:r>
          </a:p>
          <a:p>
            <a:pPr lvl="1">
              <a:spcAft>
                <a:spcPts val="600"/>
              </a:spcAft>
              <a:defRPr sz="1500">
                <a:solidFill>
                  <a:srgbClr val="6B7280"/>
                </a:solidFill>
              </a:defRPr>
            </a:pPr>
            <a:r>
              <a:t>– замечание без привязки к тексту — не замечание (верификация цитат)</a:t>
            </a:r>
          </a:p>
          <a:p>
            <a:pPr lvl="1">
              <a:spcAft>
                <a:spcPts val="600"/>
              </a:spcAft>
              <a:defRPr sz="1500">
                <a:solidFill>
                  <a:srgbClr val="6B7280"/>
                </a:solidFill>
              </a:defRPr>
            </a:pPr>
            <a:r>
              <a:t>– обезличивание — не дефект; официальные пункты МТС проверяются всегда</a:t>
            </a:r>
          </a:p>
          <a:p>
            <a:pPr lvl="1">
              <a:spcAft>
                <a:spcPts val="600"/>
              </a:spcAft>
              <a:defRPr sz="1500">
                <a:solidFill>
                  <a:srgbClr val="6B7280"/>
                </a:solidFill>
              </a:defRPr>
            </a:pPr>
            <a:r>
              <a:t>– качество измеряется на размеченных данных; любая смена модели или промпта — через бенч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Подход: конвейер, а не промпт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Детерминированное ядро: шаблон МТС (20 разделов, «не применимо»), языковые паттерны, граф сущностей — 0 шума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Чеклист полноты: 27 бинарных слотов, включая 8 «Основных моментов» МТС; исходы OK / MISSING / UNCLEAR / NA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Межсекционная согласованность, «взгляд разработчика»: что придётся угадывать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Неоднозначность как число: семантическая энтропия ответов и вероятности из логитов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Верификация цитат (галлюцинации отбрасываются) и критик-ранжировщик, который не вправе резать пункты кейсодателя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Модель — параметр: GPT-5.5 как референс, self-hosted gpt-oss-120b как ярус заказчика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6364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Что взяли у сильных решений: PR-Agent (бинарные вопросы с цитатой), CodeRabbit (этажи конвейера), Greptile (критик), QVscribe (детерминированное ядро), Bugbot (консенсус)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Схема решения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11430000" cy="580380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Выполненные этапы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3920"/>
                <a:gridCol w="256032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Этап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Состояние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Рисёрч: академия RE, коммерческие ревьюеры кода/требований, таксономия дефектов (35 кодов)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готово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Конвейер tz_review, 7 проходов, 46 юнит-тестов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готово, main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Официальная рубрика МТС: шаблон 20 разделов + 8 пунктов как слоты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готово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Голды документов МТС (36 дефектов) + фабрика синтетики (33 инъекции, 7 итераций)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готово, разметка черновая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Бенч, матрица ошибок «вариант × класс», канарейка, журнал 16 экспериментов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готово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Compose-контур: api + UI, docs, RabbitMQ, worker, Postgres, Prometheus, Grafana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работает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Self-hosted gpt-oss-120b (RunPod H100); сквозной сценарий PDF → отчёт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работает; vLLM — план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Первые результаты: recall по размеченным дефектам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08813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554480"/>
                <a:gridCol w="1920240"/>
                <a:gridCol w="1371600"/>
                <a:gridCol w="1280160"/>
                <a:gridCol w="146304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Вариант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doc3 витрина (16)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пункты МТС, synth (13)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synth v1 (12)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v2hard (8)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шум на чистом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Детерминированный слой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Промпт-бейзлайн GPT-5.5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Конвейер GPT-5.5 (v2g)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14–16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7–9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Конвейер + энтропия (v2e)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Конвейер + логит-зонд (v2l)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Конвейер gpt-oss-120b (self-hosted)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12–14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Промпт слеп к шаблону (0/6) и промахивает лёгкое; конвейер закрывает все 8 пунктов МТС. Разброс GPT между прогонами ±2 → консенсус двух прогонов. Источник: experiments/EXP-13…16.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Что показали эксперименты (и что починили по ним)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Критик резал правду: верным замечаниям по Data Catalog, кластеру Kafka, типовым фильтрам ставил 0 → официальные слоты не подлежат порогу (3/7 → 7/7)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Треть слотов чеклиста терялась молча из-за схемы ответа → починено; зонды получили свои слоты: doc3 14/16 → 16/16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«Шум» на чистой синтетике трижды оказывался реальными дефектами базы → правило: читать сырые выводы глазами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Разрыв self-hosted 120b и GPT-5.5 — 4 «выводных» дефекта целевого документа; у GPT их добирают зонды → путь: vLLM + логиты на 120b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Демо на документах МТС через контур: doc3 14/16, doc1 12/12 на 120b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Демонстрация: сквозной сценарий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PDF выгрузки Confluence → сервис документов: секции и таблицы восстановлены (doc1 11, doc2 8, doc3 14 секций)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Загрузка в UI → очередь → воркер: прогресс по этапам, кандидаты, вызовы, токены, оценка остатка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Отчёт: светофор, покрытие чеклиста, находки по разделам с цитатой / почему / что уточнить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История версий документа: что закрылось между версиями; 👍/👎 по каждой находке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Мониторинг: RabbitMQ (очередь, DLQ), Grafana (длительность, вызовы, находки по классам, UNKNOWN)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Сверка с разметкой одним скриптом: recall и список «лишних» для разметки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Риски и как их закрываем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22376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Риск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Мера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Галлюцинация цитаты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программная верификация: нет в документе → отбрасываем; anchoring 96–100%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Фильтр режет правду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официальные пункты и детерминированные находки вне порога критика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Разброс модели ±2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консенсус двух прогонов, числа как диапазон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Ложные срабатывания на обезличивании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правило в промптах + score 0 в критике (EXP-16)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Слабая self-hosted модель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зонды неоднозначности через vLLM/logprobs; лестница моделей на одном бенче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Синтетика ≠ реальность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вычитка сырых выводов, тройная разметка голдов до финала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Длинные документы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обрыв на ~28k символов → чанкование по секциям (план)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План до финала (07.09)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vLLM вместо ollama для gpt-oss-120b → логит-зонд и энтропия на self-hosted модели; цель doc3 ≥ 15/16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Тройная разметка голдов документов МТС, пересчёт всех таблиц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Детерминированные детекторы для оставшихся слепых зон (ссылка на раздел, таблица без структуры, тип против значений)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Дашборд качества: recall по итерациям рядом с эксплуатационными метриками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Отчёт-обоснование архитектуры по журналу экспериментов; финальное демо на новом документе кейсодателя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Команда и распределение задач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377440"/>
                <a:gridCol w="4297680"/>
                <a:gridCol w="182880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Участник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Роль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Зона ответственности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Степень участия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…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…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…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Заполняется командой до сдачи.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