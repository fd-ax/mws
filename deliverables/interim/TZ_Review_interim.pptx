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328"/>
                </a:solidFill>
              </a:defRPr>
            </a:pPr>
            <a:r>
              <a:t>TZ Review — предварительное ревью ТЗ на потоки и витрины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Кейс МТС NET · промежуточная версия 04.09.2026 · github.com/FD-AX/MWS</a:t>
            </a:r>
            <a:br/>
            <a:r>
              <a:t>Что уже есть: конвейер с доказанными этапами, self-hosted модель, контур с историей и мониторингом, демо на документах МТС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Проблема: что доживает до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Аналитик NET пишет ТЗ на поток или витрину; разработчик и тестировщик вычитывают вручную, вопросы всплывают после передачи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Три класса проблем — все три есть в тестовых документах МТС: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пропуск: не задан ключ витрины; нет правила для NULL; нет расписания и SLA; NOT NULL/NULLABLE не указан ни для одного поля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неоднозначность: «FIELD_IMEI (последний по времени за месяц)» — по какому полю времени и из какой таблицы?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противоречие: «Способ загрузки: Инкремент» и «Обновление: только полная перезагрузка месяца» в одном документе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Кейсодатель: 4 зоны внимания, 8 обязательных пунктов документации, проверка на новом документе типа «витрина», метрика — полезность замечаний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Постановка и наши требования к себе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Вход: ТЗ (markdown, txt, docx, pdf). Выход: места, требующие уточнения — цитата · почему · что уточнить · критичность; покрытие чеклиста; вердикт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Решение не заменяет аналитика: светофор и вопросы, а не правки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Требования, которые превратились в архитектуру: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замечание без привязки к тексту — не замечание → программная верификация цитат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обезличивание (TABLE_*, FIELD_*, CLUSTER) — не дефект → правило в промптах и в критике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8 пунктов кейсодателя проверяются всегда → отдельные слоты, критик не вправе их резать</a:t>
            </a:r>
          </a:p>
          <a:p>
            <a:pPr lvl="1">
              <a:spcAft>
                <a:spcPts val="500"/>
              </a:spcAft>
              <a:defRPr sz="1500">
                <a:solidFill>
                  <a:srgbClr val="6B7280"/>
                </a:solidFill>
              </a:defRPr>
            </a:pPr>
            <a:r>
              <a:t>– качество измеряется, а не оценивается → голды, синтетика, бенч, журнал экспериментов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Как мы доказываем: данные и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Голд: 3 обезличенных документа МТС, 36 размеченных дефектов с кодами таксономии (A пропуск, B неоднозначность, C ссылка, D противоречие, E измеримость, F шаблон) и сложностью; 9 позиций — официальные пункты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Фабрика синтетики: чистая база в официальном шаблоне МТС (20 разделов) + рецепты инъекций с автоматическим голдом; 33 инъекции (v1 обычные, v2hard экспертные, v3official — по 8 пунктам); 7 итераций вычитки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Метрики: recall по классам и сложности, шум на заведомо чистом документе, anchoring (доля верифицированных цитат), разброс между прогонами, цена (вызовы, токены)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Бенч «варианты × цели» → матрица ошибок «вариант × класс»: слепые зоны (не ловит никто) и уникальные вклады (ловит один)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Правило журнала: файл эксперимента с вопросом и ожиданием — до прогона; 16 экспериментов за трое суток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Правило проекта: любое решение = «было → стало» цифрами + команда воспроизведения. experiments/README.md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Гипотезы и что с ними стало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280160"/>
                <a:gridCol w="4846320"/>
                <a:gridCol w="13716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Гипотеза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Эксперимент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Вердикт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H1 Граф сущностей из заглушек обезличивания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synth 2/12 → 5/12, doc3 +critical, 0 ложных, 0 вызовов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 прод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Лестница промпта: цитаты → таксономия → обезличивание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таксономия +3 recall; обезличивание +2 и −40% шума; цитаты recall не двигают, но питают верификацию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выводы сняты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Длина контекста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обрыв recall ×3 на ~28k символов; A-класс умирает первым; anchoring 100% → 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чанкование — план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H5 «Компиляция ТЗ» (план реализации с журналом допущений)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 на doc3 в ансамбле; самый чистый проход (шум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 прод (v3)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Порог критика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θ=4: recall держится, хвост −40%; шум порогом не лечится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принят; промпт критика — H11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Подход D: семантическая энтропия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EXP-09/14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doc3 7/13 → 11/13 (it3); 16/16 (it6) при шуме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 прод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H10 Логит-зонд вместо сэмплирования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EXP-11/13/14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×0.1 цены; B-класс 9/9; единственный ловил анафору; doc3 16/16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 прод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Официальные пункты МТС как слоты + защита от критика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EXP-13/14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A-класс v3official 3/7 → 7/7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 прод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Исход «не применимо» у слота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шум 120b 11 → 7 без потери пунктов МТС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 прод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Модель — параметр (лестница Qwen-14B / gpt-oss-120b / GPT-5.5)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ночь, EXP-15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модель решает сильнее архитектуры, но детерминированные слои модели не видят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лестница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Почему не «один промпт»: лестница и три дыры, найденные бенчем</a:t>
            </a:r>
          </a:p>
        </p:txBody>
      </p:sp>
      <p:pic>
        <p:nvPicPr>
          <p:cNvPr id="3" name="Picture 2" descr="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143000"/>
            <a:ext cx="11521440" cy="3144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Промпт-бейзлайн GPT-5.5: слеп к официальному шаблону (0 из 6) и промахивает лёгкое (3 из 9). Три дыры EXP-13: критик резал верные находки по пунктам МТС (score 0), треть слотов чеклиста терялась молча, табличные цитаты не верифицировались.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Конвейер: восемь этапов и что каждый доказал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463040"/>
            <a:ext cx="11704320" cy="3140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Серые этапы — без LLM. Дальше — по слайду на этап: что делает, зачем, чем доказано, пример находки.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1. Детерминированный слой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Проверка официального шаблона МТС: 20 разделов на месте, пустой раздел допустим только с «не применимо»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Языковые паттерны: TBD, «и т. д.», «при необходимости», «оперативно»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Обязательные разделы (источник, структура, алгоритм, регламент, контроль качества)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Бесплатно, precision ≈ 1: работает до модели и без модели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Даёт гарантированный пол качества на любой модели заказчика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Официальное правило кейсодателя (п.5) проверяется буквально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F-класс (шаблон) 6/6 при шуме 0 (EXP-13, EXP-14)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Промпт-бейзлайн на тех же дефектах — 0/6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Не отдаётся критику: его находки нельзя срезать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template:official_missing (doc3): отсутствуют разделы Решаемая проблема, Data Catalog, DDL, Пример данных, FAQ, История изменений — по правилам кейсодателя разделы сохраняются или помечаются «не применимо».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2. Граф сущностей (H1)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Обезличивание = бесплатная разметка: TABLE_*, FIELD_*, DAG_* — сущности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Поля-фантомы: используются в алгоритме, но не описаны ни в одной структуре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Дрейф имён (TABLE_AGG_LOAD_LOG ↔ TABLE_AGG_LOG_LOAD), битые ссылки «см. раздел 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Класс C (ссылки в пустоту) LLM ловит нестабильно, граф — всегда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0 вызовов модели, не зависит от длины документа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Даёт критичные находки там, где человек не сверит 5 таблиц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EXP-01: synth 2/12 → 5/12, doc3 +1 critical, 0 ложных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EXP-13: единственный, кто держит C-класс на всех моделях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EXP-14: критик резал граф-находку → граф выведен из-под критика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graph:undefined_field (doc3, critical): поля FIELD_CELL_GEN, FIELD_CELL_ID, FIELD_IMEI, FIELD_IMSI, FIELD_LAC, FIELD_TIME_STAMP используются в алгоритме, но не описаны ни в одной структуре данных документа.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3. Чеклист полноты: 27 слотов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Бинарные вопросы по домену DWH: инкремент, late-arriving, NULL, дедупликация, ключи, SLA, сбои, объёмы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8 «Основных моментов» МТС — отдельные слоты (SER, CAT, NUL-03, FIL-02, LOC-02/03, REF, KEY-02)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Исходы OK (с цитатой) / MISSING / UNCLEAR / NA («не применимо»); батчи по 5, добор неотвеченных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«Оцени качество» не работает; «есть ли X, покажи цитату» — работает (PR-Agent)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Требования кейсодателя проверяются каждый раз, не по настроению модели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NA убирает ложные пробелы: нет Kafka — вопрос о кластере Kafka не пробел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EXP-13 → EXP-14: пункты МТС 3/7 → 7/7 после защиты от критика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Схема ответа теряла OK-статусы (10/27 UNKNOWN) → 0 после фикса; зонды получили свои слоты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EXP-16: NA — шум 120b 11 → 7 без потери пунктов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checklist:NUL-03 (doc3, high): в структуре витрины перечислены поля, типы и описания, но ни для одного поля не указан признак NOT NULL / NULLABLE (пункт МТС №3). Что уточнить: для каждого поля витрины — обязательность.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4. Согласованность разделов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Межсекционная проверка: поле без источника, дрейф термина, противоречие разделов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Смотрит на документ целиком, а не на слот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Категории: doc:contradiction, doc:terminology, doc:completeness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Противоречия — то, что хуже всего видит человек, читающий по разделам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Чеклист слот за слотом их не найдёт: каждый раздел по отдельности «в порядке»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Класс D в голде МТС — 15 дефектов из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EXP-14: D-класс 10/11 у v2e, 14/15 в EXP-13 у v2g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Ловит G3-1 (инкремент vs полная перезагрузка), G1-1 (задержка &lt;1 мин vs ≈0 сек)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Уникальный вклад в EXP-10: G2-5 (часы vs минуты в сдвигах поясов)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doc:contradiction (doc3, critical): «Способ загрузки: Инкремент», а в требованиях к агрегату «Обновление: только полная перезагрузка месяца (без upsert)». Что уточнить: инкремент или полная перезапись партиции?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5. Взгляд разработчика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Персона: «ты должен начать реализацию сегодня — где придётся угадывать?»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Вопросы, блокирующие код, с ценой ошибки (why); максимум 8, без общих советов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Запрещены вопросы о настоящих именах заглушек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Это ровно та ситуация, которую кейс называет болью: разработчик угадывает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Даёт дефекты вне рубрики — краевые случаи логики (A3, B9), которых нет в чеклисте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Формулирует вопрос так, как его задали бы аналитику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Уникальные находки класса A3/B9 на doc3: TAC не найден → vendor?, «последний по времени» — по какому полю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EXP-02: без таксономии и правила обезличивания — generic-каша (шум 17)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EXP-16: правило заглушек убрало «как называется столбец FIELD_IMSI»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dev_question (doc3, medium, score 5): «substring(imei,1,8) = tac → vendor_name». Что делать, если полученный TAC отсутствует в TABLE_DEVICE_REF: NULL, «UNKNOWN» или иной fallback? Неправильный выбор исказит агрегат и контроль качества.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6. Неоднозначность как число: энтропия и логит-зонд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Слоты со статусом OK перечитываются: 5 сэмплов с температурой → кластеры ответов → энтропия (v2e)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Или один вызов на слот: P(YES)/P(NO) из top-logprobs, бинарная энтропия (v2l, H10)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Расходятся ответы = документ читается по-разному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Чеклист говорит «есть», а два разработчика прочитают по-разному — это класс B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Измерение вместо мнения: порог калибруется по голду, воспроизводимо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Логиты в 10 раз дешевле сэмплирования и детерминированы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EXP-09: doc3 7/13 → 11/13 (+4) при шуме 10 → 7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EXP-13/14: логит-зонд единственный ловил анафору «Он определяется…»; B-класс 9/9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EXP-14: v2e и v2l — doc3 16/16, anchoring 96–100%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uncertainty (doc3): слот SLA-01 «расписание задано?» — чеклист ответил OK по «Ежемесячно (1 раз в месяц)», сэмплы разошлись (время запуска? какой DAG?) → находка G3-9: нет времени запуска и SLA, оркестрация не описана.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Требует logprobs у модели: GPT-4.1 / vLLM — да, ollama — нет → план: vLLM для gpt-oss-120b.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7. Верификация цитат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Цитата обязана быть подстрокой документа (после нормализации); не нашлась — находка отбрасывается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Нашлась в другом разделе — переанкоривается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Вторая ступень для табличных цитат без «|» и с другими переносами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Галлюцинированная цитата — главный способ потерять доверие аналитика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Даёт метрику anchoring: доля находок, которым можно верить дословно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Единственная защита, когда модель деградирует на длинных документах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EXP-03: на 28k символов anchoring 100% → 47% — verify срезал галлюцинации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EXP-13: 5 из 21 находок отброшены из-за табличных цитат → вторая ступень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EXP-14: anchoring 96–100% у прод-вариантов на doc3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dropped (doc3 v2, 120b): «FIELD_USERS_CNT является результатом агрегирования… включать его в группировку противоречит SQL» — цитата не найдена в документе → находка не показана аналитику (в отчёте видна как «отброшено верификацией»).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Этап 8. Критик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Что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Судья видит все находки разом (Greptile), ставит score 0–10 сравнительно, группирует дубли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Порог θ=4 по свипу; официальные пункты МТС и детерминированные проходы порогу не подлежат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Score 0 за вопросы о настоящих именах заглушек и за «информация уже есть в документе»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Генерация даёт кандидатов, фильтрация — ответственность отдельного шага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Аналитику нужны 5 точных находок, а не 15 «на всякий случай»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Но фильтр не вправе спорить с требованиями кейсодателя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Чем доказано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EXP-07: θ=4 — хвост находок −40% (60 → 36), recall doc3 12/13 держится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EXP-13: критик ставил 0.0 верным MISSING по Data Catalog, Kafka, фильтрам → защита слотов</a:t>
            </a:r>
          </a:p>
          <a:p>
            <a:pPr>
              <a:spcAft>
                <a:spcPts val="500"/>
              </a:spcAft>
              <a:defRPr sz="1300">
                <a:solidFill>
                  <a:srgbClr val="1F2328"/>
                </a:solidFill>
              </a:defRPr>
            </a:pPr>
            <a:r>
              <a:t>• EXP-14: пункты МТС 3/7 → 7/7; шум 9 → 7 у v2e/v2l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Пример находки на документах МТС</a:t>
            </a:r>
          </a:p>
          <a:p>
            <a:pPr>
              <a:spcAft>
                <a:spcPts val="300"/>
              </a:spcAft>
              <a:defRPr sz="1250">
                <a:solidFill>
                  <a:srgbClr val="1F2328"/>
                </a:solidFill>
              </a:defRPr>
            </a:pPr>
            <a:r>
              <a:t>rejected (doc3, 120b): checklist:INC-01 score 0 — «нет механизма инкремента», при том что документ явно описывает полную перезапись партиции; критик убрал ложный пробел. Из 25 кандидатов в отчёт прошло 16.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Результаты: recall по размеченным дефектам</a:t>
            </a:r>
          </a:p>
        </p:txBody>
      </p:sp>
      <p:pic>
        <p:nvPicPr>
          <p:cNvPr id="3" name="Picture 2" descr="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97280"/>
            <a:ext cx="11521440" cy="3397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Промпт слеп к шаблону и промахивает лёгкое; конвейер закрывает все 8 пунктов МТС; зонды неоднозначности дают 16/16 на целевом документе. Разброс GPT между прогонами ±2 → числа как диапазон, консенсус двух прогонов.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Шум и порог критика</a:t>
            </a:r>
          </a:p>
        </p:txBody>
      </p:sp>
      <p:pic>
        <p:nvPicPr>
          <p:cNvPr id="3" name="Picture 2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97280"/>
            <a:ext cx="11521440" cy="3180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Шум порогом не лечится (EXP-07): при θ=6 recall doc3 падает 12 → 8. Лечится правилами: обезличивание (−40%), «не применимо» (11 → 7 на 120b), запрет вопросов о заглушках. Трижды «шум» на чистой синтетике оказывался реальными дефектами базы → правило: читать сырые выводы глазами.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Лестница моделей: разрыв self-hosted 120b и GPT-5.5</a:t>
            </a:r>
          </a:p>
        </p:txBody>
      </p:sp>
      <p:pic>
        <p:nvPicPr>
          <p:cNvPr id="3" name="Picture 2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97280"/>
            <a:ext cx="11155680" cy="2874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Разрыв на doc3 — 4 «выводных» дефекта (по какому полю времени последний IMEI, TAC не найден, бэкфилл, границы UTC); у GPT их добирают зонды. Путь: vLLM + logprobs на 120b. На пунктах МТС разрыв 1 дефект (11 vs 12 из 13). H100 $3.49/ч ≈ $0.4/документ.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Что уже работает: контур и демо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097280"/>
            <a:ext cx="11155680" cy="56460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Проверено на документах МТС: PDF → секции (doc1 11, doc2 8, doc3 14) → очередь → воркер на gpt-oss-120b → отчёт → история; doc3 14/16, doc1 12/12 по голду. UI: прогресс по этапам с оценкой времени, история версий документа, 👍/👎 по находке. RabbitMQ (DLQ), Postgres (документы, ревью, находки, фидбек), Prometheus/Grafana.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Риски AI-решения и как закрываем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4805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Риск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Проявление у нас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Мера / статус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Галлюцинация цитаты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модель «цитирует» отсутствующее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верификация цитат; anchoring 96–100%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Фильтр режет правду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критик ставил 0 верным пунктам МТС (EXP-13)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защищённые слоты и детерминированные проходы (EXP-14: 3/7 → 7/7)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Молчаливая потеря ответов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10/27 слотов UNKNOWN (EXP-13)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схема, добор, логирование; UNKNOWN на дашборде — 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Разброс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 ±2, 120b ±1–2 дефекта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консенсус двух прогонов; числа как диапазон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Ложные срабатывания на обезличивании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«как называется столбец FIELD_IMSI» (120b)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правило в промптах + score 0 в критике (EXP-16)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Синтетика ≠ реальность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«шум» трижды был правдой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вычитка сырых выводов, it1–it7; тройная разметка голдов — до финала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Слабая self-hosted 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пропускает выводные дефекты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зонды через vLLM/logprobs; reasoning effort — измерить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Длинные документы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обрыв на ~28k символов (EXP-03)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чанкование по секциям — план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План до финала (07.09)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vLLM вместо ollama для gpt-oss-120b → логит-зонд и энтропия на self-hosted модели; цель doc3 ≥ 15/16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Тройная разметка голдов документов МТС (второй и третий размётчик), пересчёт всех таблиц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Детерминированные детекторы для оставшихся слепых зон: ссылка на раздел при ненумерованных заголовках, объявленная таблица без структуры, тип против значений; INC-01 → «не применимо» при полной перезаписи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Дашборд качества: recall по итерациям рядом с эксплуатационными метриками (bench_runs в Postgres)</a:t>
            </a:r>
          </a:p>
          <a:p>
            <a:pPr>
              <a:spcAft>
                <a:spcPts val="500"/>
              </a:spcAft>
              <a:defRPr sz="1700">
                <a:solidFill>
                  <a:srgbClr val="1F2328"/>
                </a:solidFill>
              </a:defRPr>
            </a:pPr>
            <a:r>
              <a:t>• Фронтенд аналитика на нашем API (контракт готов, CORS включён); отчёт-обоснование архитектуры по журналу; финальное демо на новом документе кейсодателя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328"/>
                </a:solidFill>
              </a:defRPr>
            </a:pPr>
            <a:r>
              <a:t>Команда и распределение задач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286000"/>
                <a:gridCol w="448056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Участник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Зона ответственности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Степень участия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Коротков Леонид (@fDAFX)</a:t>
                      </a:r>
                      <a:br/>
                      <a:r>
                        <a:t>магистрант ИТМО, программа «Искусственный интеллект» (AI Talent Hub)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Engineer — исследование и 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генерация и отбор идей: гипотезы, архитектурные решения, план экспериментов, выбор моделей и метрик; методология оценки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ведущая, постоянно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Рыженко Виктор (@RyzhenkoViktor)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Engineer — реализация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код и инфраструктура: конвейер ревью и тесты, бенч и фабрика синтетики, compose-контур, интеграция self-hosted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частичная, по задачам реализации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Сокол Тимофей (@xcmgg)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Product — процессы и продукт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процесс команды и курс развития, продуктовая проработка (гипотеза, MVP, критерии, риски), фронтенд аналитика, участие в коде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высокая, постоянно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Степень участия — на 04.09; в финальной версии уточняется по фактическому вкладу.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